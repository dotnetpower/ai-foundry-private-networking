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Foundry 개발자 온보딩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카테고리: 온보딩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환영합니다!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AI Foundry 개발 환경</a:t>
            </a:r>
          </a:p>
          <a:p>
            <a:r>
              <a:t>프라이빗 네트워킹으로 보안 강화</a:t>
            </a:r>
          </a:p>
          <a:p>
            <a:r>
              <a:t>GPT-4o, AI Search 등 사용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접속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Portal 로그인</a:t>
            </a:r>
          </a:p>
          <a:p>
            <a:r>
              <a:t>Bastion으로 Jumpbox 접속</a:t>
            </a:r>
          </a:p>
          <a:p>
            <a:r>
              <a:t>Jumpbox에서 AI Foundry Portal 접근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 가능한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GPT-4o (gpt-4o): 최신 멀티모달 모델</a:t>
            </a:r>
          </a:p>
          <a:p>
            <a:r>
              <a:t>Text Embedding Ada-002: 벡터 임베딩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