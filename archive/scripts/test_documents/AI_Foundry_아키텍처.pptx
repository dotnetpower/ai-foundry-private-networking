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Azure AI Foundry 아키텍처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카테고리: 아키텍처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프라이빗 네트워킹 아키텍처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East US: AI Foundry Hub, OpenAI, Storage</a:t>
            </a:r>
          </a:p>
          <a:p>
            <a:r>
              <a:t>Korea Central: Jumpbox VMs, Azure Bastion</a:t>
            </a:r>
          </a:p>
          <a:p>
            <a:r>
              <a:t>VNet Peering으로 리전 간 연결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네트워크 토폴로지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vnet-aifoundry (10.0.0.0/16)</a:t>
            </a:r>
          </a:p>
          <a:p>
            <a:r>
              <a:t>vnet-jumpbox-krc (10.1.0.0/16)</a:t>
            </a:r>
          </a:p>
          <a:p>
            <a:r>
              <a:t>Private Endpoints in snet-aifoundry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Private Endpoint 구성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pe-aihub: AI Foundry Hub</a:t>
            </a:r>
          </a:p>
          <a:p>
            <a:r>
              <a:t>pe-storage-blob, pe-storage-file</a:t>
            </a:r>
          </a:p>
          <a:p>
            <a:r>
              <a:t>pe-openai, pe-search, pe-keyvault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